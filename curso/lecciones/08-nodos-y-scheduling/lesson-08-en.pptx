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Node Management: Taints, Tolerations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How the scheduler assigns pods to 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Does the Scheduler Decide?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Scheduler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1. Does the node have enough resources? (CPU, memory)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2. Does the pod have a nodeSelector the node doesn't match?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3. Does the node have taints the pod doesn't tolerate?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4. Are there affinity/anti-affinity rules?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If no node passes all filters → pod stays Pending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Taints &amp; Tolerations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Taints = Repellent on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NoSchedule – Don't schedule new pods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PreferNoSchedule – Try to avoid, not strict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NoExecute – Don't schedule + evict existing pods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Only pods with the matching toleration can be scheduled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Taint Commands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Add taint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node1 dedicated=gpu:NoSchedule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View taints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node &lt;name&gt; | grep -A5 Taints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Remove taint (trailing dash '-')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node1 dedicated=gpu:NoSchedule-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taint nodes --all dedicated=gpu:NoSchedule-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nodeSelector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Simplest way to choose a node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 spec: nodeSelector.disktype: ssd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No matching label on any node → pod stays Pending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nodes --show-labels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label nodes node1 disktype=ssd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Cordon &amp; Drain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Cordon: mark node as unschedulable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cordon node1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Uncordon: allow scheduling again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uncordon node1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Drain: move all pods to other nodes (maintenance)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drain node1 --ignore-daemonsets --delete-emptydir-data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Events Message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didn't tolerate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Node has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Add toleration or remove taint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didn't match node 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Add label or remove selector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Insufficient cpu/memory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 resources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Scale pool or reduce requests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Node Taint Issue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The infrastructure team performed weekend maintenance and tainted all nodes. Now it's Monday and new deployments can't schedule any pods — everything stays in Pending. The team forgot to remove the maintenance taints. Find the affected nodes and restore normal 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https://raw.githubusercontent.com/FYHerrera/AKSTraining/main/curso/lecciones/08-nodos-y-scheduling/lab-08.sh -o lab-08.sh ; chmod +x lab-08.sh ; ./lab-08.sh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