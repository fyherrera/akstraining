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88952" cy="54864"/>
          </a:xfrm>
          <a:prstGeom prst="rect">
            <a:avLst/>
          </a:prstGeom>
          <a:solidFill>
            <a:srgbClr val="009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0">
                <a:solidFill>
                  <a:srgbClr val="0099FF"/>
                </a:solidFill>
              </a:defRPr>
            </a:pPr>
            <a:r>
              <a:t>Lesson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Gestión de Nodos: Taints, Tolerations y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C8DCF0"/>
                </a:solidFill>
              </a:defRPr>
            </a:pPr>
            <a:r>
              <a:t>Cómo el scheduler asigna pods a nodos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6BEE6"/>
                </a:solidFill>
              </a:defRPr>
            </a:pPr>
            <a:r>
              <a:t>AKS Troubleshooting Course | Azure Kubernetes Service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¿Cómo Decide el Scheduler?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Evaluación del Scheduler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1. ¿El nodo tiene recursos suficientes? (CPU, memoria)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2. ¿El pod tiene nodeSelector que el nodo no cumple?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3. ¿El nodo tiene taints que el pod no tolera?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4. ¿Hay reglas de affinity/anti-affinity?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Si ningún nodo pasa todos los filtros → pod queda Pending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Taints y Tolerations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Taints = Repelente en Nodos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NoSchedule – No agendar nuevos pods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PreferNoSchedule – Intenta evitar, no es estricto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NoExecute – No agendar + desalojar pods existentes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Solo pods con la toleration correcta pueden ser schedulados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Comandos de Taints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282C34"/>
          </a:solidFill>
          <a:ln>
            <a:solidFill>
              <a:srgbClr val="3C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Agregar taint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taint nodes node1 dedicated=gpu:NoSchedule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Ver taints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describe node &lt;nombre&gt; | grep -A5 Taints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Quitar taint (guión '-' al final)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taint nodes node1 dedicated=gpu:NoSchedule-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taint nodes --all dedicated=gpu:NoSchedule-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nodeSelector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La forma más simple de elegir un nodo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En el pod spec: nodeSelector.disktype: ssd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Sin label en ningún nodo → pod queda Pending</a:t>
            </a:r>
          </a:p>
          <a:p>
            <a:pPr lvl="1">
              <a:spcAft>
                <a:spcPts val="600"/>
              </a:spcAft>
              <a:defRPr sz="1600">
                <a:solidFill>
                  <a:srgbClr val="646464"/>
                </a:solidFill>
              </a:defRPr>
            </a:pPr>
            <a:r>
              <a:t>kubectl get nodes --show-labels</a:t>
            </a:r>
          </a:p>
          <a:p>
            <a:pPr lvl="1">
              <a:spcAft>
                <a:spcPts val="600"/>
              </a:spcAft>
              <a:defRPr sz="1600">
                <a:solidFill>
                  <a:srgbClr val="646464"/>
                </a:solidFill>
              </a:defRPr>
            </a:pPr>
            <a:r>
              <a:t>kubectl label nodes node1 disktype=ssd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Cordon y Drain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282C34"/>
          </a:solidFill>
          <a:ln>
            <a:solidFill>
              <a:srgbClr val="3C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Cordon: marcar nodo como no-schedulable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cordon node1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Uncordon: permitir scheduling de nuevo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uncordon node1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Drain: mover todos los pods a otros nodos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drain node1 --ignore-daemonsets --delete-emptydir-data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Diagnóstico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0972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Mensaje en Events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Causa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Fix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didn't tolerate taint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Nodo tiene taint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Añadir toleration o quitar taint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didn't match node selector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Falta label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Añadir label o quitar selector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Insufficient cpu/memory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Sin recursos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Escalar pool o reducir requests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923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828800" cy="548640"/>
          </a:xfrm>
          <a:prstGeom prst="roundRect">
            <a:avLst/>
          </a:prstGeom>
          <a:solidFill>
            <a:srgbClr val="108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Lab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Problema de Taints en Nodos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B4C8DC"/>
                </a:solidFill>
              </a:defRPr>
            </a:pPr>
            <a:r>
              <a:t>El equipo de infraestructura realizó mantenimiento el fin de semana y aplicó taints a todos los nodos. Ahora es lunes y los nuevos deployments no pueden programar pods — todo queda en Pending. Olvidaron quitar los taints de mantenimiento. Encuentra los nodos afectados y restaura el scheduling normal.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572000"/>
            <a:ext cx="10058400" cy="1280160"/>
          </a:xfrm>
          <a:prstGeom prst="roundRect">
            <a:avLst/>
          </a:prstGeom>
          <a:solidFill>
            <a:srgbClr val="282C34"/>
          </a:solidFill>
          <a:ln>
            <a:solidFill>
              <a:srgbClr val="1089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709160"/>
            <a:ext cx="9601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0893E"/>
                </a:solidFill>
                <a:latin typeface="Consolas"/>
              </a:defRPr>
            </a:pPr>
            <a:r>
              <a:t>$ curl -L https://raw.githubusercontent.com/FYHerrera/AKSTraining/main/curso/lecciones/08-nodos-y-scheduling/lab-08.sh -o lab-08.sh ; chmod +x lab-08.sh ; ./lab-08.sh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