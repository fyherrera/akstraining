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54864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>
                <a:solidFill>
                  <a:srgbClr val="0099FF"/>
                </a:solidFill>
              </a:defRPr>
            </a:pPr>
            <a:r>
              <a:t>Lesson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Services &amp; Networking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C8DCF0"/>
                </a:solidFill>
              </a:defRPr>
            </a:pPr>
            <a:r>
              <a:t>How pods communicate and expose traffic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6BEE6"/>
                </a:solidFill>
              </a:defRPr>
            </a:pPr>
            <a:r>
              <a:t>AKS Troubleshooting Course | Azure Kubernetes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What is a Service?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Stable endpoint for ephemeral pods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Service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Access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Use Case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ClusterIP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Internal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Backend APIs, databases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NodePort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Port on each node (30000-32767)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Dev/test access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LoadBalancer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Azure LB with public 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Production external access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Internal DNS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How pods find each other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DNS 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Format: &lt;service&gt;.&lt;namespace&gt;.svc.cluster.local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Same namespace: curl http://backend-svc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Other namespace: curl http://backend-svc.production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CoreDNS runs in kube-system and handles all DNS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Testing DNS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Temporary debug pod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run debug --image=busybox:1.36 --rm -it -- /bin/sh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Inside the pod: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nslookup backend-svc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wget -qO- http://backend-svc --timeout=5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Troubleshooting Services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Service Has No Endpoints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Endpoints are the pod IPs that a Service routes traffic to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Empty endpoints = Service can't find matching pods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kubectl get endpoints my-svc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Check: Does the Service selector match the pod labels?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kubectl describe svc my-svc | grep Selector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kubectl get pods --show-labels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Common Issues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Symptom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Likely Cause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Service no response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Endpoints empty (selector mismatch)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Connection refused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Wrong targetPort vs container port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DNS not resolving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CoreDNS down or NetworkPolicy blocking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LoadBalancer no IP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Quota exhausted or permissions issue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Connectivity Checklist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1. Service exists with IP?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svc web-svc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2. Has endpoints?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endpoints web-svc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3. Pods running?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pods -l app=web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4. Selector matches labels?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describe svc web-svc | grep Selector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5. Can connect from another pod?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exec debug -- wget -qO- http://web-svc --timeout=5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9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828800" cy="548640"/>
          </a:xfrm>
          <a:prstGeom prst="roundRect">
            <a:avLst/>
          </a:prstGeom>
          <a:solidFill>
            <a:srgbClr val="1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Lab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Service Disconnect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B4C8DC"/>
                </a:solidFill>
              </a:defRPr>
            </a:pPr>
            <a:r>
              <a:t>The frontend team just deployed their new React app. The deployment shows 3/3 pods running and healthy, but users accessing the LoadBalancer IP get 'connection refused'. The Service exists but something is wrong — can you find the invisible disconnect?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058400" cy="1280160"/>
          </a:xfrm>
          <a:prstGeom prst="roundRect">
            <a:avLst/>
          </a:prstGeom>
          <a:solidFill>
            <a:srgbClr val="282C34"/>
          </a:solidFill>
          <a:ln>
            <a:solidFill>
              <a:srgbClr val="10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0893E"/>
                </a:solidFill>
                <a:latin typeface="Consolas"/>
              </a:defRPr>
            </a:pPr>
            <a:r>
              <a:t>$ curl -L https://raw.githubusercontent.com/FYHerrera/AKSTraining/main/curso/lecciones/04-servicios-y-networking/lab-04.sh -o lab-04.sh ; chmod +x lab-04.sh ; ./lab-04.sh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