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Services y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Cómo se comunican los pods y exponen tráfico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¿Qué es un Service?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Endpoint estable para pods efímeros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Tipos de Service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Acceso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Caso de Uso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ClusterIP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Solo interno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APIs backend, bases de datos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NodePort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Puerto en cada nodo (30000-32767)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Dev/test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LoadBalancer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 LB con IP pública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Acceso externo producción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DNS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Cómo los pods se encuentran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Resolución DNS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Formato: &lt;servicio&gt;.&lt;namespace&gt;.svc.cluster.local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Mismo namespace: curl http://backend-svc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Otro namespace: curl http://backend-svc.production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CoreDNS corre en kube-system y maneja todo el DNS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Probar DNS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 temporal de debug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run debug --image=busybox:1.36 --rm -it -- /bin/sh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Dentro del pod: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nslookup backend-svc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wget -qO- http://backend-svc --timeout=5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Troubleshooting de Services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Service Sin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Endpoints son las IPs de pods a las que el Service envía tráfico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Endpoints vacío = Service no encuentra pods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endpoints my-svc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Verificar: ¿El selector del Service coincide con labels de los pods?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describe svc my-svc | grep Selector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pods --show-labels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Problemas Comunes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Síntoma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Causa Probable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Service sin respuesta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Endpoints vacío (selector no coincide)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Connection refused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targetPort incorrecto vs puerto del container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DNS no resuelve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CoreDNS caído o NetworkPolicy bloqueando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LoadBalancer sin IP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Cuota agotada o problema de permisos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Checklist de Conectividad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1. ¿Service existe con IP?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svc web-svc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2. ¿Tiene endpoints?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endpoints web-svc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3. ¿Pods corriendo?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-l app=web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4. ¿Selector coincide con labels?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svc web-svc | grep Selector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5. ¿Se puede conectar desde otro pod?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debug -- wget -qO- http://web-svc --timeout=5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Service Desconectado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El equipo de frontend acaba de desplegar su nueva app React. El deployment muestra 3/3 pods corriendo y saludables, pero los usuarios que acceden a la IP del LoadBalancer reciben 'connection refused'. El Service existe pero algo está mal — ¿puedes encontrar la desconexión invisible?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https://raw.githubusercontent.com/FYHerrera/AKSTraining/main/curso/lecciones/04-servicios-y-networking/lab-04.sh -o lab-04.sh ; chmod +x lab-04.sh ; ./lab-04.sh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