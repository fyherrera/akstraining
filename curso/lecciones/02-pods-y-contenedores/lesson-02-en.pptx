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009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0">
                <a:solidFill>
                  <a:srgbClr val="0099FF"/>
                </a:solidFill>
              </a:defRPr>
            </a:pPr>
            <a:r>
              <a:t>Lesson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Pods &amp;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C8DCF0"/>
                </a:solidFill>
              </a:defRPr>
            </a:pPr>
            <a:r>
              <a:t>Understand pod lifecycle, diagnose image errors, and read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6BEE6"/>
                </a:solidFill>
              </a:defRPr>
            </a:pPr>
            <a:r>
              <a:t>AKS Troubleshooting Course | Azure Kubernetes 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What is a Pod?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The smallest unit in Kubernetes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Pod Basics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A Pod contains one or more containers sharing network and storage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Pods are ephemeral – when they die, data is lost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Each pod gets its own IP address within the cluster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Defined using YAML manifests with apiVersion, kind, metadata, spec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Pod Lifecycle States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State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Waiting for node assignment or image 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Running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At least one container is running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Succeeded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All containers exited with code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Failed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At least one container exited with error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CrashLoopBackOff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Container keeps crashing and restarting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ImagePullBackOff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Cannot download the container image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Container Images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Image Format &amp; Errors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Format: registry/repository:tag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nginx:1.25 (Docker Hub implicit)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mcr.microsoft.com/azuredocs/aci-helloworld (MCR)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myacr.azurecr.io/myapp:v2 (Azure Container Registry)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ErrImagePull – Image or tag doesn't exist, or no permissions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ImagePullBackOff – Retries failing with exponential backoff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Diagnosing Pods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99FF"/>
                </a:solidFill>
              </a:defRPr>
            </a:pPr>
            <a:r>
              <a:t>The 3-step process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1: View Status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get pods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NAME       READY   STATUS             RESTARTS   AGE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web-app    0/1     ImagePullBackOff   0          5m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2: Describe (Always Check Events!)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describe pod 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Events: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Warning  Failed  kubelet  Failed to pull image "nginx:99.99"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Warning  Failed  kubelet  Error: ErrImagePull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 Normal   BackOff kubelet  Back-off pulling image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Step 3: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0972800" cy="4754880"/>
          </a:xfrm>
          <a:prstGeom prst="roundRect">
            <a:avLst/>
          </a:prstGeom>
          <a:solidFill>
            <a:srgbClr val="282C34"/>
          </a:solidFill>
          <a:ln>
            <a:solidFill>
              <a:srgbClr val="3C3F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Current logs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Previous container logs (after crash)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web-app --previous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# Logs by label</a:t>
            </a:r>
          </a:p>
          <a:p>
            <a:pPr>
              <a:spcAft>
                <a:spcPts val="2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kubectl logs -l app=web-app --all-containers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Resources: Requests &amp;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requests – Minimum guaranteed resources (scheduler uses this)</a:t>
            </a:r>
          </a:p>
          <a:p>
            <a:pPr>
              <a:spcAft>
                <a:spcPts val="600"/>
              </a:spcAft>
              <a:defRPr sz="1800">
                <a:solidFill>
                  <a:srgbClr val="212121"/>
                </a:solidFill>
              </a:defRPr>
            </a:pPr>
            <a:r>
              <a:t>limits – Maximum allowed (exceeding memory → OOMKilled)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top pods</a:t>
            </a:r>
          </a:p>
          <a:p>
            <a:pPr lvl="1">
              <a:spcAft>
                <a:spcPts val="600"/>
              </a:spcAft>
              <a:defRPr sz="1600">
                <a:solidFill>
                  <a:srgbClr val="646464"/>
                </a:solidFill>
              </a:defRPr>
            </a:pPr>
            <a:r>
              <a:t>kubectl top nodes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004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AKS Troubleshooting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Diagnosis Quick Reference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 diagnose...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Use...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Pod status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get pods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Why it failed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describe pod &lt;name&gt; → Events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App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Previous crash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logs &lt;pod&gt; --previous</a:t>
                      </a:r>
                    </a:p>
                  </a:txBody>
                  <a:tcPr>
                    <a:solidFill>
                      <a:srgbClr val="F0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Test from inside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kubectl exec -it &lt;pod&gt; -- /bin/sh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923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828800" cy="548640"/>
          </a:xfrm>
          <a:prstGeom prst="roundRect">
            <a:avLst/>
          </a:prstGeom>
          <a:solidFill>
            <a:srgbClr val="1089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Lab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Fix ImagePullBackOff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B4C8DC"/>
                </a:solidFill>
              </a:defRPr>
            </a:pPr>
            <a:r>
              <a:t>A junior developer just deployed a new version of the payment microservice, but customers are reporting checkout failures. The pod is stuck in ImagePullBackOff — the developer swears the image exists. Find what went wrong and get the service back online before the business loses more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058400" cy="1280160"/>
          </a:xfrm>
          <a:prstGeom prst="roundRect">
            <a:avLst/>
          </a:prstGeom>
          <a:solidFill>
            <a:srgbClr val="282C34"/>
          </a:solidFill>
          <a:ln>
            <a:solidFill>
              <a:srgbClr val="10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70916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0893E"/>
                </a:solidFill>
                <a:latin typeface="Consolas"/>
              </a:defRPr>
            </a:pPr>
            <a:r>
              <a:t>$ curl -L https://raw.githubusercontent.com/FYHerrera/AKSTraining/main/curso/lecciones/02-pods-y-contenedores/lab-02.sh -o lab-02.sh ; chmod +x lab-02.sh ; ./lab-02.sh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