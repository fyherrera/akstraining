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Pods y Contenedores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Ciclo de vida de pods, diagnosticar errores de imagen y arreglar deployments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¿Qué es un Pod?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La unidad desplegable más pequeña en Kubernetes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Anatomía de un Pod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1371600"/>
            <a:ext cx="2377440" cy="457200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" y="1371600"/>
            <a:ext cx="2377440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1645920"/>
            <a:ext cx="2011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286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</a:defRPr>
            </a:pPr>
            <a:r>
              <a:t>Contenedor(es)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926080"/>
            <a:ext cx="2011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6464"/>
                </a:solidFill>
              </a:defRPr>
            </a:pPr>
            <a:r>
              <a:t>Uno o más contenedores ejecutando tu aplicación. Todos comparten la misma red (localhost) y volúmenes de almacenamiento.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7015" y="1371600"/>
            <a:ext cx="2377440" cy="457200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004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57015" y="1371600"/>
            <a:ext cx="2377440" cy="73152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9896" y="1645920"/>
            <a:ext cx="2011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9896" y="2286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4E8C"/>
                </a:solidFill>
              </a:defRPr>
            </a:pPr>
            <a:r>
              <a:t>IP del Pod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926080"/>
            <a:ext cx="2011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6464"/>
                </a:solidFill>
              </a:defRPr>
            </a:pPr>
            <a:r>
              <a:t>Cada pod recibe una IP única dentro del cluster. Otros pods pueden comunicarse directamente usando esta IP.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1371600"/>
            <a:ext cx="2377440" cy="457200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7064" y="1371600"/>
            <a:ext cx="2377440" cy="73152"/>
          </a:xfrm>
          <a:prstGeom prst="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645920"/>
            <a:ext cx="2011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286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893E"/>
                </a:solidFill>
              </a:defRPr>
            </a:pPr>
            <a:r>
              <a:t>Almacenamiento Compartido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926080"/>
            <a:ext cx="2011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6464"/>
                </a:solidFill>
              </a:defRPr>
            </a:pPr>
            <a:r>
              <a:t>Los volúmenes definidos a nivel de pod se pueden montar en cualquier contenedor del pod, permitiendo compartir datos.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97112" y="1371600"/>
            <a:ext cx="2377440" cy="457200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97112" y="1371600"/>
            <a:ext cx="2377440" cy="731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9992" y="1645920"/>
            <a:ext cx="2011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2286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8C00"/>
                </a:solidFill>
              </a:defRPr>
            </a:pPr>
            <a:r>
              <a:t>Efímero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2926080"/>
            <a:ext cx="2011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6464"/>
                </a:solidFill>
              </a:defRPr>
            </a:pPr>
            <a:r>
              <a:t>Los pods son desechables. Cuando un pod se elimina o falla, no se repara — se crea uno nuevo para reemplazarlo.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Manifiesto YAML de un Pod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apiVersion: v1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kind: Pod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metadata: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name: web-app              # Nombre del pod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labels: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app: web-app             # Labels para selectores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spec: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containers: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- name: nginx              # Nombre del contenedor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image: nginx:1.25         # registro/repo:tag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ports: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- containerPort: 80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resources: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requests:              # Mínimo garantizado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cpu: 100m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memory: 128Mi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limits:                # Máximo permitido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cpu: 500m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      memory: 256Mi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Ciclo de Vida del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Entender los estados es clave para troubleshooting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Flujo del Ciclo de Vida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59" y="2011680"/>
            <a:ext cx="2011680" cy="9144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Esperando asignación</a:t>
            </a:r>
            <a:br/>
            <a:r>
              <a:t>a un nodo o descarga</a:t>
            </a:r>
            <a:br/>
            <a:r>
              <a:t>de la imagen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38727" y="2286000"/>
            <a:ext cx="329184" cy="365760"/>
          </a:xfrm>
          <a:prstGeom prst="rightArrow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86200" y="2011680"/>
            <a:ext cx="2011680" cy="914400"/>
          </a:xfrm>
          <a:prstGeom prst="roundRect">
            <a:avLst/>
          </a:prstGeom>
          <a:solidFill>
            <a:srgbClr val="108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Running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Al menos un contenedor</a:t>
            </a:r>
            <a:br/>
            <a:r>
              <a:t>está corriendo.</a:t>
            </a:r>
            <a:br/>
            <a:r>
              <a:t>Estado normal.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16168" y="2286000"/>
            <a:ext cx="329184" cy="365760"/>
          </a:xfrm>
          <a:prstGeom prst="rightArrow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011680"/>
            <a:ext cx="201168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Succeeded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Todos los contenedores</a:t>
            </a:r>
            <a:br/>
            <a:r>
              <a:t>terminaron con código 0.</a:t>
            </a:r>
            <a:br/>
            <a:r>
              <a:t>(Jobs, CronJobs)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293608" y="2286000"/>
            <a:ext cx="329184" cy="365760"/>
          </a:xfrm>
          <a:prstGeom prst="rightArrow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41080" y="2011680"/>
            <a:ext cx="2011680" cy="914400"/>
          </a:xfrm>
          <a:prstGeom prst="roundRect">
            <a:avLst/>
          </a:prstGeom>
          <a:solidFill>
            <a:srgbClr val="D13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Failed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Al menos un contenedor</a:t>
            </a:r>
            <a:br/>
            <a:r>
              <a:t>terminó con error.</a:t>
            </a:r>
            <a:br/>
            <a:r>
              <a:t>(código de salida ≠ 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Estados de Error que Encontrarás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Estado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Qué Significa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Causa Común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ImagePullBackOff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No puede descargar la imagen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Nombre/tag incorrecto, registro privado sin 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ErrImagePull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Primer intento de pull falló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La imagen no existe en el registro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CrashLoopBackOff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El contenedor se reinicia constantemente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Error de app, comando incorrecto, config faltante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OOMKilled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El contenedor excedió el límite de memoria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Límite de memoria muy bajo o memory leak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Pending (atascado)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El pod no puede ser programado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CPU/memoria insuficiente en los nodos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Imágenes de Contenedores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Cómo Kubernetes encuentra y descarga tu aplicación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Formato de Imagen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71600"/>
            <a:ext cx="10332720" cy="1645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registro / repositorio : tag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nginx:1.25  →  Docker Hub (registro implícito, el más común)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mcr.microsoft.com/azuredocs/aci-helloworld  →  Microsoft Container Registry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myacr.azurecr.io/myapp:v2  →  Azure Container Registry (privado)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Si el tag no existe, Kubernetes reporta ErrImagePull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Después de fallos repetidos, el estado cambia a ImagePullBackOff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Pull de Imagen: Éxito vs Fallo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502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✅ Pull Exitoso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La imagen y el tag existen en el registro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El cluster tiene acceso de red al registro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Si es privado: imagePullSecrets configurado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Pod transiciona: Pending → Running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502920"/>
          </a:xfrm>
          <a:prstGeom prst="round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❌ Pull Fallido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Nombre de imagen mal escrito o tag inexistente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Registro inalcanzable (firewall, DNS)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Registro privado sin credenciales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Pod queda atascado en ImagePullBackOff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188720"/>
            <a:ext cx="27432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Diagnosticando Problemas de Pods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El proceso de troubleshooting en 3 pasos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Flujo de 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97479" y="2011680"/>
            <a:ext cx="2011680" cy="91440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1. 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kubectl get pods</a:t>
            </a:r>
            <a:br/>
            <a:br/>
            <a:r>
              <a:t>Ver columna STATUS:</a:t>
            </a:r>
            <a:br/>
            <a:r>
              <a:t>¿ImagePullBackOff?</a:t>
            </a:r>
            <a:br/>
            <a:r>
              <a:t>¿CrashLoopBackOff?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27448" y="2286000"/>
            <a:ext cx="329184" cy="365760"/>
          </a:xfrm>
          <a:prstGeom prst="rightArrow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4920" y="2011680"/>
            <a:ext cx="2011680" cy="914400"/>
          </a:xfrm>
          <a:prstGeom prst="roundRect">
            <a:avLst/>
          </a:prstGeom>
          <a:solidFill>
            <a:srgbClr val="00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2. DESCRIBE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kubectl describe pod</a:t>
            </a:r>
            <a:br/>
            <a:br/>
            <a:r>
              <a:t>Ir a la sección EVENTS.</a:t>
            </a:r>
            <a:br/>
            <a:r>
              <a:t>Encontrar el mensaje</a:t>
            </a:r>
            <a:br/>
            <a:r>
              <a:t>de error y la causa.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04888" y="2286000"/>
            <a:ext cx="329184" cy="365760"/>
          </a:xfrm>
          <a:prstGeom prst="rightArrow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360" y="2011680"/>
            <a:ext cx="2011680" cy="914400"/>
          </a:xfrm>
          <a:prstGeom prst="roundRect">
            <a:avLst/>
          </a:prstGeom>
          <a:solidFill>
            <a:srgbClr val="108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3. LOGS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20040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646464"/>
                </a:solidFill>
              </a:defRPr>
            </a:pPr>
            <a:r>
              <a:t>kubectl logs &lt;pod&gt;</a:t>
            </a:r>
            <a:br/>
            <a:br/>
            <a:r>
              <a:t>Ver salida de la app.</a:t>
            </a:r>
            <a:br/>
            <a:r>
              <a:t>Usar --previous para</a:t>
            </a:r>
            <a:br/>
            <a:r>
              <a:t>containers crasheados.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Paso 1: kubectl get pods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$ kubectl get pods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NAME                       READY   STATUS             RESTARTS   AGE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web-app-6d8f9b4c7-abc12   0/1     ImagePullBackOff   0          5m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web-app-6d8f9b4c7-def34   0/1     ImagePullBackOff   0          5m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web-app-6d8f9b4c7-ghi56   0/1     ImagePullBackOff   0          5m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STATUS te indica la categoría del problema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READY 0/1 significa cero contenedores listos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3 pods fallando = Deployment con 3 réplicas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Paso 2: kubectl describe pod (¡EVENTS!)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$ kubectl describe pod web-app-6d8f9b4c7-abc12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... (ir al final para ver los Events)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Events: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Type     Reason     Age   Message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----     ------     ----  -------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Normal   Scheduled  5m    Successfully assigned default/web-app...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Normal   Pulling    5m    Pulling image "nginx:99.99.99-nonexistent"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Warning  Failed     5m    Failed to pull: tag does not exist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Warning  Failed     5m    Error: ErrImagePull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Normal   BackOff    4m    Back-off pulling image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Warning  Failed     4m    Error: ImagePullBackOff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Insight Clave: Los Events Cuentan la Historia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71600"/>
            <a:ext cx="10332720" cy="1645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La sección Events en 'kubectl describe' siempre revela la causa raíz.</a:t>
            </a:r>
            <a:br/>
            <a:r>
              <a:t>Para ImagePullBackOff, muestra exactamente qué imagen y tag fallaron.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Siempre ir al FINAL de la salida de describe para encontrar Events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Buscar eventos tipo 'Warning' — indican problemas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La columna Message contiene los detalles específicos del error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</a:defRPr>
            </a:pPr>
            <a:r>
              <a:t>En nuestro caso: 'Failed to pull image nginx:99.99.99-nonexistent'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Paso 3: kubectl logs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Si el contenedor arrancó (Running/CrashLoopBackOff):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web-app-6d8f9b4c7-abc12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Si crasheó, ver logs del contenedor anterior: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web-app-6d8f9b4c7-abc12 --previous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 logs de todos los pods con un label: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-l app=web-app --all-containers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NOTA: Para ImagePullBackOff, NO hay logs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¡porque el contenedor nunca arrancó!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Arreglando un Deployment Roto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Del diagnóstico a la solución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Encontrar la Imagen Incorrecta en un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 la imagen actual del deployment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deployment web-app -o wide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O ver el YAML completo (buscar spec.containers.image)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deployment web-app -o yaml | grep image: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Salida: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  image: nginx:99.99.99-nonexistent    &lt;-- ¡EL PROBLEMA!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Arreglar la Imagen (La Solución)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Opción 1: Establecer la imagen correcta directamente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set image deployment/web-app nginx=nginx:1.25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Opción 2: Editar el deployment interactivamente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edit deployment web-app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Cambiar: image: nginx:99.99.99-nonexistent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A:       image: nginx:1.25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Verificar la corrección: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-w   # Observar pods transicionar a Running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Pods Multi-Contenedor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Init containers y sidecars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Patrones Multi-Contenedor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502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Init Containers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Se ejecutan ANTES del contenedor principal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Deben completarse exitosamente primero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Uso: migraciones DB, setup de config, esperar dependencias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Si init falla: Pod en Init:Error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502920"/>
          </a:xfrm>
          <a:prstGeom prst="round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Sidecar Containers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Se ejecutan JUNTO al contenedor principal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Comparten red y almacenamiento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Uso: agentes de logging, proxies, monitoreo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Si el sidecar crashea: puede afectar la 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188720"/>
            <a:ext cx="27432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Gestión de 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Requests, Limits y OOMKilled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Requests vs Limits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5029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Requests (Mínimo)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Lo que el pod tiene garantizado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El scheduler usa esto para colocar pods en nodos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Si un nodo no tiene capacidad → pod queda Pending</a:t>
            </a:r>
          </a:p>
          <a:p>
            <a:pPr lvl="1">
              <a:spcAft>
                <a:spcPts val="600"/>
              </a:spcAft>
              <a:defRPr sz="1400">
                <a:solidFill>
                  <a:srgbClr val="646464"/>
                </a:solidFill>
              </a:defRPr>
            </a:pPr>
            <a:r>
              <a:t>kubectl describe node | grep Allocated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502920"/>
          </a:xfrm>
          <a:prstGeom prst="round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Limits (Máximo)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El techo máximo que un contenedor puede usar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Exceder límite de CPU → throttled (más lento, no muere)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</a:defRPr>
            </a:pPr>
            <a:r>
              <a:t>Exceder límite de memoria → OOMKilled inmediatamente</a:t>
            </a:r>
          </a:p>
          <a:p>
            <a:pPr lvl="1">
              <a:spcAft>
                <a:spcPts val="600"/>
              </a:spcAft>
              <a:defRPr sz="1400">
                <a:solidFill>
                  <a:srgbClr val="646464"/>
                </a:solidFill>
              </a:defRPr>
            </a:pPr>
            <a:r>
              <a:t>kubectl top pods (uso actual)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188720"/>
            <a:ext cx="27432" cy="484632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Referencia Completa de Diagnóstico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Síntoma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Comando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Qué Buscar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Pod no arranca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Columna STATUS: ImagePullBackOff, Pending, etc.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¿Por qué falla?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describe pod &lt;nombre&gt;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Sección Events al final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App crashea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logs &lt;pod&gt;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Mensajes de error de la aplicación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Info del crash anterior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logs &lt;pod&gt; --previous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Logs antes de que el contenedor reiniciara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Imagen incorrecta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deploy -o yaml | grep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Verificar que image:tag sea correcto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Arreglar imagen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set image deploy/&lt;name&gt; &lt;ctr&gt;=&lt;img:tag&gt;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Pods deben transicionar a Running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Preparación para el Lab: Comandos que Necesitarás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Paso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Comando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Propósito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Ver qué pods están fallando y su estado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describe pod &lt;nombre&gt;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Leer Events para encontrar la imagen incorrecta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deploy web-app -o yaml | grep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Confirmar el tag incorrecto de la imagen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set image deployment/web-app nginx=nginx:1.25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Corregir la imagen a un tag válido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 -w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Observar los pods recuperarse a Running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Arreglar ImagePullBackOff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Un deployment llamado 'web-app' tiene 3 réplicas atascadas en ImagePullBackOff. El tag de la imagen es incorrecto. Usa el proceso de diagnóstico en 3 pasos (get → describe → fix) para identificar la imagen incorrecta y corregirla. Las 3 réplicas deben estar Running para aprobar.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https://raw.githubusercontent.com/FYHerrera/AKSTraining/main/curso/lecciones/02-pods-y-contenedores/lab-02.sh -o lab-02.sh ; chmod +x lab-02.sh ; ./lab-02.sh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