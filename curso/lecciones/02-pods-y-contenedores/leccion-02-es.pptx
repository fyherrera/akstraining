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54864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>
                <a:solidFill>
                  <a:srgbClr val="0099FF"/>
                </a:solidFill>
              </a:defRPr>
            </a:pPr>
            <a:r>
              <a:t>Lesson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Pods y Contenedores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C8DCF0"/>
                </a:solidFill>
              </a:defRPr>
            </a:pPr>
            <a:r>
              <a:t>Ciclo de vida de pods, diagnosticar errores de imagen y leer eventos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6BEE6"/>
                </a:solidFill>
              </a:defRPr>
            </a:pPr>
            <a:r>
              <a:t>AKS Troubleshooting Course | Azure Kubernetes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¿Qué es un Pod?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La unidad más pequeña en Kubernetes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Fundamentos del Pod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Un Pod contiene uno o más contenedores que comparten red y almacenamiento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Los pods son efímeros – cuando mueren, los datos se pierden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Cada pod recibe su propia IP dentro del cluster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Se definen con manifiestos YAML: apiVersion, kind, metadata, spec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Estados del Pod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Estado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Significado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Esperando asignación a nodo o descarga de imagen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Running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Al menos un contenedor corriendo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Todos los contenedores terminaron exitosamente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Failed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Al menos un contenedor falló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CrashLoopBackOff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El contenedor se reinicia constantemente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ImagePullBackOff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No puede descargar la imagen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Imágenes de Contenedores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Formato y Errores de Imagen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Formato: registro/repositorio:tag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nginx:1.25 (Docker Hub implícito)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mcr.microsoft.com/azuredocs/aci-helloworld (MCR)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myacr.azurecr.io/myapp:v2 (Azure Container Registry)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ErrImagePull – Imagen o tag no existe, o sin permisos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ImagePullBackOff – Reintentos fallando con backoff exponencial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Diagnóstico de Pods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El proceso de 3 pasos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Paso 1: Ver Estado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pods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NAME       READY   STATUS             RESTARTS   AGE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web-app    0/1     ImagePullBackOff   0          5m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Paso 2: Describe (¡Siempre Revisar Events!)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describe pod web-app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Events: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 Warning  Failed  kubelet  Failed to pull image "nginx:99.99"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 Warning  Failed  kubelet  Error: ErrImagePull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 Normal   BackOff kubelet  Back-off pulling image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Paso 3: Logs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Logs actuales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logs web-app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Logs del container anterior (crasheado)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logs web-app --previous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Logs por label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logs -l app=web-app --all-containers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Resources: Requests y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requests – Mínimo garantizado (el scheduler usa esto)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limits – Máximo permitido (exceder memoria → OOMKilled)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kubectl top pods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kubectl top nodes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Referencia Rápida de Diagnóstico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Para diagnosticar...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Usa...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Estado del pod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pods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Por qué falló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describe pod &lt;nombre&gt; → Events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Salida de la 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logs &lt;pod&gt;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Crash anterior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logs &lt;pod&gt; --previous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Probar desde dentro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exec -it &lt;pod&gt; -- /bin/sh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9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828800" cy="548640"/>
          </a:xfrm>
          <a:prstGeom prst="roundRect">
            <a:avLst/>
          </a:prstGeom>
          <a:solidFill>
            <a:srgbClr val="1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Lab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Arreglar ImagePullBackOff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B4C8DC"/>
                </a:solidFill>
              </a:defRPr>
            </a:pPr>
            <a:r>
              <a:t>Un desarrollador junior acaba de desplegar una nueva versión del microservicio de pagos, pero los clientes reportan fallos en el checkout. El pod está atascado en ImagePullBackOff — el desarrollador jura que la imagen existe. Encuentra qué salió mal y restaura el servicio antes de que el negocio pierda más ingresos.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058400" cy="1280160"/>
          </a:xfrm>
          <a:prstGeom prst="roundRect">
            <a:avLst/>
          </a:prstGeom>
          <a:solidFill>
            <a:srgbClr val="282C34"/>
          </a:solidFill>
          <a:ln>
            <a:solidFill>
              <a:srgbClr val="10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0893E"/>
                </a:solidFill>
                <a:latin typeface="Consolas"/>
              </a:defRPr>
            </a:pPr>
            <a:r>
              <a:t>$ curl -L https://raw.githubusercontent.com/FYHerrera/AKSTraining/main/curso/lecciones/02-pods-y-contenedores/lab-02.sh -o lab-02.sh ; chmod +x lab-02.sh ; ./lab-02.sh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