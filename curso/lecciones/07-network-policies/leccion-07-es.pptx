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Network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Firewalls a nivel de pod – controlar tráfico entre pods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¿Qué son las Network Policies?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Por defecto todos los pods pueden hablar con todos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Reglas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Sin NetworkPolicy → todo está permitido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Si existe una policy para un pod → todo lo NO permitido se BLOQUEA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policyTypes: [Ingress] sin reglas → bloquea todo el ingreso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policyTypes: [Egress] sin reglas → bloquea todo el egreso (¡incluyendo DNS!)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Anatomía de una NetworkPolicy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podSelector – ¿A qué pods aplica esta regla?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policyTypes – Ingress, Egress, o ambos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ingress.from – Quién puede enviar tráfico HACIA el pod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egress.to – A dónde puede ir el tráfico DESDE el pod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ports – Qué puertos se permiten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Selectores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podSelector – Pods en el mismo namespace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namespaceSelector – Pods de otros namespaces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ipBlock – Rangos de IPs externas (CIDR)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Crítico: DNS y Egress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El error más común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Siempre Permitir DNS en Políticas de Egress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DNS usa UDP/TCP puerto 53 hacia CoreDNS en kube-system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Bloquear egress sin excepción DNS = nada resuelve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Agregar regla egress explícita para puerto 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Listar policies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networkpolicy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Detalle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netpol &lt;nombre&gt;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Probar conectividad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&lt;pod-a&gt; -- wget -qO- http://&lt;svc&gt; --timeout=5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Probar DNS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&lt;pod&gt; -- nslookup kubernetes.default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labels de pods (¿coinciden con selectores?)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--show-labels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Checklist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Verificar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Comando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¿Existen policies?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netpol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¿Selector coincide?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Comparar labels vs podSelector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¿DNS permitido en egress?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Buscar regla puerto 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¿Labels from correctos?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 --show-labels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Tráfico Bloqueado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Tras una auditoría de seguridad, el equipo implementó Network Policies para endurecer el cluster. Ahora el servicio de procesamiento de pedidos no puede comunicarse con la API de pagos — el tráfico legítimo está bloqueado. Encuentra la política mal configurada y restaura la conectividad sin eliminar toda la seguridad.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https://raw.githubusercontent.com/FYHerrera/AKSTraining/main/curso/lecciones/07-network-policies/lab-07.sh -o lab-07.sh ; chmod +x lab-07.sh ; ./lab-07.sh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