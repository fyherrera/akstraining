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88952" cy="54864"/>
          </a:xfrm>
          <a:prstGeom prst="rect">
            <a:avLst/>
          </a:prstGeom>
          <a:solidFill>
            <a:srgbClr val="009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0">
                <a:solidFill>
                  <a:srgbClr val="0099FF"/>
                </a:solidFill>
              </a:defRPr>
            </a:pPr>
            <a:r>
              <a:t>Lesson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Network Policies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C8DCF0"/>
                </a:solidFill>
              </a:defRPr>
            </a:pPr>
            <a:r>
              <a:t>Firewalls at the pod level – controlling traffic between pods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4360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6BEE6"/>
                </a:solidFill>
              </a:defRPr>
            </a:pPr>
            <a:r>
              <a:t>AKS Troubleshooting Course | Azure Kubernetes Service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What are Network Policies?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0099FF"/>
                </a:solidFill>
              </a:defRPr>
            </a:pPr>
            <a:r>
              <a:t>By default all pods can talk to all pods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Key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No NetworkPolicy → everything is allowed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If a policy exists for a pod → everything NOT allowed is BLOCKED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policyTypes: [Ingress] with no rules → blocks all inbound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policyTypes: [Egress] with no rules → blocks all outbound (incl. DNS!)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Anatomy of a NetworkPolicy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podSelector – Which pods does this policy apply to?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policyTypes – Ingress, Egress, or both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ingress.from – Who can send traffic IN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egress.to – Where can traffic go OUT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ports – Which ports are allowed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Selectors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podSelector – Pods in the same namespace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namespaceSelector – Pods from other namespaces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ipBlock – External IP ranges (CIDR)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Critical: DNS &amp; Egress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0099FF"/>
                </a:solidFill>
              </a:defRPr>
            </a:pPr>
            <a:r>
              <a:t>Most common mistake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Always Allow DNS in Egress Policies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DNS uses UDP/TCP port 53 to CoreDNS in kube-system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Blocking egress without DNS exception = nothing resolves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Add explicit egress rule for port 53 to any namespace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Diagnosis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10972800" cy="4754880"/>
          </a:xfrm>
          <a:prstGeom prst="roundRect">
            <a:avLst/>
          </a:prstGeom>
          <a:solidFill>
            <a:srgbClr val="282C34"/>
          </a:solidFill>
          <a:ln>
            <a:solidFill>
              <a:srgbClr val="3C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List policies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get networkpolicy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Detail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describe netpol &lt;name&gt;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Test connectivity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exec &lt;pod-a&gt; -- wget -qO- http://&lt;svc&gt; --timeout=5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Test DNS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exec &lt;pod&gt; -- nslookup kubernetes.default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Check pod labels (match selectors?)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get pods --show-labels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Checklist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71600"/>
          <a:ext cx="109728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572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Check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Command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Any policies exist?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kubectl get netpol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Selector matches pod?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Compare labels vs podSelector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DNS allowed in egress?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Check for port 53 rule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From labels correct?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kubectl get pods --show-labels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923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828800" cy="548640"/>
          </a:xfrm>
          <a:prstGeom prst="roundRect">
            <a:avLst/>
          </a:prstGeom>
          <a:solidFill>
            <a:srgbClr val="1089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Lab 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Blocked Traffic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6032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B4C8DC"/>
                </a:solidFill>
              </a:defRPr>
            </a:pPr>
            <a:r>
              <a:t>After a security audit, the team implemented Network Policies to harden the cluster. Now the order-processing service can't communicate with the payment API — legitimate business traffic is being blocked. Find the misconfigured policy and restore connectivity without removing all security.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572000"/>
            <a:ext cx="10058400" cy="1280160"/>
          </a:xfrm>
          <a:prstGeom prst="roundRect">
            <a:avLst/>
          </a:prstGeom>
          <a:solidFill>
            <a:srgbClr val="282C34"/>
          </a:solidFill>
          <a:ln>
            <a:solidFill>
              <a:srgbClr val="1089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4709160"/>
            <a:ext cx="9601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0893E"/>
                </a:solidFill>
                <a:latin typeface="Consolas"/>
              </a:defRPr>
            </a:pPr>
            <a:r>
              <a:t>$ curl -L https://raw.githubusercontent.com/FYHerrera/AKSTraining/main/curso/lecciones/07-network-policies/lab-07.sh -o lab-07.sh ; chmod +x lab-07.sh ; ./lab-07.sh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