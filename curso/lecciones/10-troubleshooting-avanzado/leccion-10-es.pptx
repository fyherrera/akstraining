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Troubleshooting Avanzado: Metodología y Escenarios Complejos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Todo junto con el framework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El Framework 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Enfoque estructurado de troubleshooting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Pasos DISCOVER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 – Define: ¿Cuál es el síntoma exacto?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 – Investigate: Recopilar info (logs, events, describe)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 – Scope: ¿Un pod? ¿Un nodo? ¿Todo el cluster?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 – Compare: ¿Qué cambió? ¿Cuándo empezó?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O – Options: Listar posibles causas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V – Verify: Probar la hipótesis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 – Execute: Aplicar el fix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 – Review: Confirmar que se resolvió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Comandos Avanzados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Eventos y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Todos los warnings del cluster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events --field-selector type=Warning -A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de todos los pods con un label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-l app=web-app --all-containers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de los últimos 5 minutos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--since=5m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Container anterior crasheado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--previous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Queries JSON Avanzados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Pods que NO están Running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 -o json | jq '.items[] |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select(.status.phase != "Running") |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{name: .metadata.name, status: .status.phase}'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Pods con restart count &gt; 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 -o json | jq '.items[] |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select(.status.containerStatuses[]?.restartCount &gt; 5)'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Escenarios Complejos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 Intermitente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1. ¿Pods reiniciando? → revisar restartCount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2. ¿Limits de recursos? → kubectl top pods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3. ¿OOMKilled? → describe pod → State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4. ¿Readiness probe intermitente? → describe pod → Conditions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Nodo NotReady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1. Condiciones del nodo: kubectl describe node → Conditions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2. Status de kubelet: systemctl status kubelet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3. ¿Disco lleno? → Allocated resources section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4. Eventos del nodo: kubectl get events para el nodo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Checklist Rápido de Troubleshooting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              # Estado de todos los pods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nodes -o wide        # Estado de todos los nodos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events -A --sort-by='.lastTimestamp'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pod &lt;nombre&gt;    # ¡Events!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--previous    # Logs del crash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svc,endpoints        # ¿Service conectado?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netpol               # ¿Policies bloqueando?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aks show --query provisioningState  # ¿Cluster OK?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Resumen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Lección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Herramienta Clave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01 kubectl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get, describe,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02 Pods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describe pod → Events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03 Deployments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rollout status, rollout undo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04 Services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get endpoints, labels matching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05 ConfigMaps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describe configmap/secret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06 Storage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describe pvc, StorageClass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07 NetPol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get netpol, selector matching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08 Nodos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taints, labels, describe node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09 Azure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 network nsg rule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10 Avanzado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Metodología DISCOVER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Desafío Multi-Problema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Es tu peor pesadilla: llegas y encuentras el cluster de producción en caos total. Múltiples servicios caídos, pods fallando, tráfico bloqueado y nada funciona como debería. Este es el desafío final — usa todo lo aprendido en las lecciones anteriores para identificar y arreglar cada problema, uno por uno.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https://raw.githubusercontent.com/FYHerrera/AKSTraining/main/curso/lecciones/10-troubleshooting-avanzado/lab-10.sh -o lab-10.sh ; chmod +x lab-10.sh ; ./lab-10.sh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