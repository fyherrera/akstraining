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88952" cy="54864"/>
          </a:xfrm>
          <a:prstGeom prst="rect">
            <a:avLst/>
          </a:prstGeom>
          <a:solidFill>
            <a:srgbClr val="009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0">
                <a:solidFill>
                  <a:srgbClr val="0099FF"/>
                </a:solidFill>
              </a:defRPr>
            </a:pPr>
            <a:r>
              <a:t>Lesson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Advanced Troubleshooting: Methodology &amp; Complex Scenarios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C8DCF0"/>
                </a:solidFill>
              </a:defRPr>
            </a:pPr>
            <a:r>
              <a:t>Putting it all together with the DISCOVER framework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6BEE6"/>
                </a:solidFill>
              </a:defRPr>
            </a:pPr>
            <a:r>
              <a:t>AKS Troubleshooting Course | Azure Kubernetes Service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The DISCOVER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0099FF"/>
                </a:solidFill>
              </a:defRPr>
            </a:pPr>
            <a:r>
              <a:t>A structured approach to troubleshooting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DISCOVER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D – Define: What is the exact symptom?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I – Investigate: Gather info (logs, events, describe)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S – Scope: One pod? One node? Whole cluster?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C – Compare: What changed? When did it start?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O – Options: List possible causes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V – Verify: Test your hypothesis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E – Execute: Apply the fix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R – Review: Confirm it's resolved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Advanced Commands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Events &amp; Logs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10972800" cy="4754880"/>
          </a:xfrm>
          <a:prstGeom prst="roundRect">
            <a:avLst/>
          </a:prstGeom>
          <a:solidFill>
            <a:srgbClr val="282C34"/>
          </a:solidFill>
          <a:ln>
            <a:solidFill>
              <a:srgbClr val="3C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All warnings across cluster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get events --field-selector type=Warning -A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Logs from all pods with a label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logs -l app=web-app --all-containers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Logs from last 5 minutes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logs &lt;pod&gt; --since=5m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Previous crashed container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logs &lt;pod&gt; --previous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Advanced JSON Queries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10972800" cy="4754880"/>
          </a:xfrm>
          <a:prstGeom prst="roundRect">
            <a:avLst/>
          </a:prstGeom>
          <a:solidFill>
            <a:srgbClr val="282C34"/>
          </a:solidFill>
          <a:ln>
            <a:solidFill>
              <a:srgbClr val="3C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Pods NOT Running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get pods -A -o json | jq '.items[] |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select(.status.phase != "Running") |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{name: .metadata.name, status: .status.phase}'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Pods with restart count &gt; 5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get pods -A -o json | jq '.items[] |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select(.status.containerStatuses[]?.restartCount &gt; 5)'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Complex Scenarios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Intermittent App Failures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1. Pods restarting? → check restartCount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2. Resource limits hit? → kubectl top pods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3. OOMKilled? → describe pod → State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4. Readiness probe flapping? → describe pod → Conditions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Node NotReady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1. Node conditions: kubectl describe node → Conditions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2. Kubelet status: systemctl status kubelet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3. Disk full? → Allocated resources section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4. Node events: kubectl get events for node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Quick Troubleshooting Checklist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10972800" cy="4754880"/>
          </a:xfrm>
          <a:prstGeom prst="roundRect">
            <a:avLst/>
          </a:prstGeom>
          <a:solidFill>
            <a:srgbClr val="282C34"/>
          </a:solidFill>
          <a:ln>
            <a:solidFill>
              <a:srgbClr val="3C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get pods -A              # All pods status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get nodes -o wide        # All nodes status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get events -A --sort-by='.lastTimestamp'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describe pod &lt;name&gt;      # Events!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logs &lt;pod&gt; --previous    # Crash logs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get svc,endpoints        # Service connected?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get netpol               # Policies blocking?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az aks show --query provisioningState  # Cluster OK?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Course Summary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109728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Lesson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Key Tool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01 kubectl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get, describe, logs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02 Pods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describe pod → Events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03 Deployments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rollout status, rollout undo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04 Services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get endpoints, labels matching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05 ConfigMaps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describe configmap/secret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06 Storage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describe pvc, StorageClass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07 NetPol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get netpol, selector matching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08 Nodes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taints, labels, describe node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09 Azure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az network nsg rule list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10 Advanced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DISCOVER methodology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923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828800" cy="548640"/>
          </a:xfrm>
          <a:prstGeom prst="roundRect">
            <a:avLst/>
          </a:prstGeom>
          <a:solidFill>
            <a:srgbClr val="108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Lab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Multi-Problem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B4C8DC"/>
                </a:solidFill>
              </a:defRPr>
            </a:pPr>
            <a:r>
              <a:t>It's your worst nightmare: you arrive to find the production cluster in chaos. Multiple services are down, pods are crashing, traffic is blocked, and nothing works as expected. This is the final challenge — use everything you've learned across all lessons to identify and fix every issue, one by 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572000"/>
            <a:ext cx="10058400" cy="1280160"/>
          </a:xfrm>
          <a:prstGeom prst="roundRect">
            <a:avLst/>
          </a:prstGeom>
          <a:solidFill>
            <a:srgbClr val="282C34"/>
          </a:solidFill>
          <a:ln>
            <a:solidFill>
              <a:srgbClr val="1089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709160"/>
            <a:ext cx="9601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0893E"/>
                </a:solidFill>
                <a:latin typeface="Consolas"/>
              </a:defRPr>
            </a:pPr>
            <a:r>
              <a:t>$ curl -L https://raw.githubusercontent.com/FYHerrera/AKSTraining/main/curso/lecciones/10-troubleshooting-avanzado/lab-10.sh -o lab-10.sh ; chmod +x lab-10.sh ; ./lab-10.sh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