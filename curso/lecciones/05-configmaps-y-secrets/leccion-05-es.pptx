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ConfigMaps y Secrets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Externalizar configuración y manejar datos sensibles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¿Por qué ConfigMaps y Secrets?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Nunca hardcodear config en las imágenes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Cuándo Usar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Tipo de Dato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Recurso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URLs, feature flags,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ConfigMap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Contraseñas, tokens, certificados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Secret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Crear ConfigMaps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Desde literal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create configmap app-config \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--from-literal=DATABASE_HOST=db.example.com \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--from-literal=LOG_LEVEL=info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Desde archivo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create configmap nginx-config --from-file=nginx.conf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contenido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configmap app-config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Usar en Pods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Como variables de entorno: env.valueFrom.configMapKeyRef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Como archivos montados: volumes + volumeMounts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envFrom carga TODAS las keys como env vars de una vez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Crear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create secret generic db-creds \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--from-literal=username=admin \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  --from-literal=password=S3cureP@ss!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Valores en base64 (NO es encriptación!)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secret db-creds -o yaml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Decodificar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echo 'YWRtaW4=' | base64 --decode  # → admin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Errores Comunes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Error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CreateContainerConfigError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ConfigMap o Secret no existe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 no arranca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Key referenciada no existe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Env var vacía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Nombre de key incorrecto u optional: 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Verificar que ConfigMap existe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configmap app-config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las keys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configmap app-config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 env vars dentro del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&lt;pod&gt; -- env | sort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Configuración Faltante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Un nuevo microservicio fue desplegado a producción pero se cae inmediatamente al iniciar. El desarrollador dice 'en mi máquina funciona'. Los logs muestran que la app espera variables de entorno y archivos de configuración que no existen en el cluster. Crea el ConfigMap y Secret faltantes para darle vida a la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https://raw.githubusercontent.com/FYHerrera/AKSTraining/main/curso/lecciones/05-configmaps-y-secrets/lab-05.sh -o lab-05.sh ; chmod +x lab-05.sh ; ./lab-05.sh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