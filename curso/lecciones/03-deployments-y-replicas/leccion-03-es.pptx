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Deployments y ReplicaSets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Rolling updates, rollbacks y health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¿Qué es un Deployment?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La forma estándar de desplegar aplicaciones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Deployment → ReplicaSet →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Deployment maneja el estado deseado declarativamente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ReplicaSet asegura la cantidad correcta de réplicas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 son los contenedores corriendo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El Deployment crea nuevos ReplicaSets con cada actualización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Comandos Básicos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Escalar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scale deployment web-app --replicas=5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Actualizar imagen (dispara rolling update)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set image deployment/web-app nginx=nginx:1.26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progreso del rollout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status deployment/web-app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Rolling Updates y Rollbacks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Comandos de Rollback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historial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history deployment/web-app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Revertir al anterior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undo deployment/web-app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Revertir a revisión específica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rollout undo deployment/web-app --to-revision=2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Health Checks (Probes)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Cruciales para la estabilidad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Tipos de Probes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Probe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Propósito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Si Falla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livenessProbe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¿El container está vivo?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kubelet lo reinicia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readinessProbe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¿Puede recibir tráfico?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 saca del Service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startupProbe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¿Terminó de arrancar?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Bloquea otros probes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Errores Comunes con Probes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Puerto incorrecto en probe → CrashLoopBackOff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Path inexistente → CrashLoopBackOff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initialDelaySeconds muy bajo → App se mata antes de arrancar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Sin readinessProbe → Tráfico llega a pods no listos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Resumen de Comandos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Acción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Comando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deploy web-app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 pods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-l app=web-app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Historial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rollout history deploy/web-app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Rollback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rollout undo deploy/web-app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Escalar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scale deploy/web-app --replicas=5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Rollout Fallido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El equipo lanzó una actualización crítica del API gateway, pero el rollout está atascado — la mitad de los pods ejecutan la versión anterior y los nuevos siguen fallando. Los usuarios experimentan errores intermitentes. ¿Arreglas el deployment o haces rollback para salvar la situación?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https://raw.githubusercontent.com/FYHerrera/AKSTraining/main/curso/lecciones/03-deployments-y-replicas/lab-03.sh -o lab-03.sh ; chmod +x lab-03.sh ; ./lab-03.sh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