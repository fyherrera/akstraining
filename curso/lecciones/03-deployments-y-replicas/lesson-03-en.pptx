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Deployments &amp; ReplicaSets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Rolling updates, rollbacks, and health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is a Deployment?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The standard way to run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Deployment → ReplicaSet →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Deployment manages desired state declaratively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ReplicaSet ensures the right number of pod replicas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 are the actual running containers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Deployment creates new ReplicaSets on each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Basic Commands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Scale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scale deployment web-app --replicas=5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Update image (triggers rolling update)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set image deployment/web-app nginx=nginx:1.26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Check rollout status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status deployment/web-app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Rolling Updates &amp; Rollbacks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Rollback Commands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View history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history deployment/web-app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Undo last update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undo deployment/web-app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Rollback to specific revision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undo deployment/web-app --to-revision=2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Health Checks (Probes)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Critical for stability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Probe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Probe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On Failure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livenessProbe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Is the container alive?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kubelet restarts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readinessProbe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Can it receive traffic?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Removed from Service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startupProbe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Has it finished starting?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Blocks other probes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Common Probe 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Wrong port in probe → CrashLoopBackOff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Non-existent path → CrashLoopBackOff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initialDelaySeconds too low → App killed before starting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 readinessProbe → Traffic hits unready pods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Commands Summary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View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deploy web-app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View pods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-l app=web-app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Version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rollout history deploy/web-app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Rollback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rollout undo deploy/web-app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scale deploy/web-app --replicas=5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Failed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The team pushed a critical update to the API gateway, but the rollout is stuck — half the pods run the old version while new pods keep crashing. Users are experiencing intermittent errors. You must decide: fix the broken deployment forward, or rollback to save the day?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https://raw.githubusercontent.com/FYHerrera/AKSTraining/main/curso/lecciones/03-deployments-y-replicas/lab-03.sh -o lab-03.sh ; chmod +x lab-03.sh ; ./lab-03.sh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