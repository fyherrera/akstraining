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Storage y Volúmenes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Datos persistentes con PV, PVC y StorageClasses en AKS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Los containers son efímeros – datos se pierden al reiniciar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Conceptos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StorageClass – Define CÓMO se crea el almacenamiento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PersistentVolume (PV) – Un disco real provisionado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PersistentVolumeClaim (PVC) – La solicitud de almacenamiento del pod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Flujo: Pod → PVC → PV → Azure Disk / Azure 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StorageClasses en AKS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StorageClass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Acceso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managed-csi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Disk (SSD)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ReadWriteOnce (RWO)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managed-csi-premium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Premium Disk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ReadWriteOnce (RWO)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azurefile-csi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ReadWriteMany (RWX)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azurefile-csi-premium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Files Premium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ReadWriteMany (RWX)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Modos de Acceso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ReadWriteOnce (RWO) – Un solo nodo puede montar lectura/escritura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ReadWriteMany (RWX) – Múltiples nodos pueden montar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Azure Disks solo soportan RWO. ¿Necesitas RWX? → Azure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PVC Atascado en Pending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Diagnóstico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StorageClass no existe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sc → verificar nombre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Zona incorrecta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Disco en zona 1, nodo en zona 2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Cuota excedida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pvc →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accessModes incompatible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RWX con Azure Disk (solo soporta RWO)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WaitForFirstConsumer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Normal – se vincula cuando un pod lo 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Azure Disk vs Azure 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Característica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Azure Disk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Azure Files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RWO (un nodo)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RWX (multi nodo)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Alta (SSD/Premium)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Caso de uso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Bases de 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Archivos compartidos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StorageClass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managed-csi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azurefile-csi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Comandos de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pvc                    # Estado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pvc &lt;nombre&gt;      # ¡Events!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pv                     # Discos provisionados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sc                     # StorageClasses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PVC Atascado en Pending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El equipo de base de datos desplegó un nuevo StatefulSet para el motor de analítica, pero el pod está atascado en Pending. El PersistentVolumeClaim no se vincula a ningún almacenamiento. Sin la base de datos, toda la aplicación está caída. Encuentra por qué falla la solicitud de almacenamiento y arréglalo.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https://raw.githubusercontent.com/FYHerrera/AKSTraining/main/curso/lecciones/06-storage-y-volumenes/lab-06.sh -o lab-06.sh ; chmod +x lab-06.sh ; ./lab-06.sh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