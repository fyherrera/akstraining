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Fundamentos de kubectl y Arquitectura 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Aprende los comandos esenciales y cómo funcionan los clusters AKS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Arquitectura 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Entendiendo los componentes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Control Plane (Administrado por Azure)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API Server – Punto de entrada para todas las operaciones kubectl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etcd – Base de datos que guarda el estado del cluster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Scheduler – Decide en qué nodo colocar cada pod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Controller Manager – Mantiene el estado deseado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Cloud Controller Manager – Integración con Azure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Worker Nodes (Nodos)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kubelet – Agente que ejecuta pods en cada nodo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kube-proxy – Configura reglas de red en cada nodo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Container Runtime – Ejecuta los contenedores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CoreDNS – Resolución DNS interna del cluster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Conexión al Cluster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Conectarse al 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Login a Azure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login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Obtener credenciales del cluster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az aks get-credentials --resource-group &lt;rg&gt; --name &lt;cluster&gt;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Verificar conexión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cluster-info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Comandos Esenciales de kubectl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Ver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Nodos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nodes -o wide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Pods (todos los namespaces)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-A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Todo en un namespace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all -n &lt;namespace&gt;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Diagnosticar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Describe muestra EVENTOS - clave para troubleshooting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&lt;nombre&gt;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node &lt;nombre&gt;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&lt;pod&gt;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Ejecutar comando dentro de un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-it &lt;pod&gt; -- /bin/sh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Namespaces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default – Donde van los recursos si no especificas namespace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kube-system – Componentes del sistema (CoreDNS, kube-proxy, etc.)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kube-public – Recursos públicos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kube-node-lease – Heartbeats de los nodos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Labels y Selectors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Los labels son pares key=value asignados a recursos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Son la base de cómo Kubernetes conecta todo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--show-labels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-l app=nginx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nodes --show-labels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Resumen de Comandos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Acción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Comando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 nodos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nodes -o wide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Pods en todo el cluster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 -A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Diagnosticar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&lt;nombre&gt;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Ver logs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Shell en un pod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exec -it &lt;pod&gt; -- /bin/sh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Eventos recientes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events --sort-by='.lastTimestamp'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Aplicación Caída + Búsqueda del Tesoro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Es lunes por la mañana y el equipo DevOps recibe una alerta urgente: la aplicación web de la empresa está completamente caída — ningún usuario puede acceder. Como ingeniero de guardia, debes diagnosticar y restaurar el servicio de inmediato. Una vez apagado el incendio, tu líder te reta a una búsqueda del tesoro para demostrar que realmente conoces el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https://raw.githubusercontent.com/FYHerrera/AKSTraining/main/curso/lecciones/01-fundamentos-kubectl/lab-01.sh -o lab-01.sh ; chmod +x lab-01.sh ; ./lab-01.sh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