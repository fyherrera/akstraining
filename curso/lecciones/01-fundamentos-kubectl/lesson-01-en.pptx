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kubectl Fundamentals &amp; AKS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Learn the essential commands and understand how AKS clusters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AKS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Understanding the building blocks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Control Plane (Managed by Azure)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API Server – Entry point for all kubectl operations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etcd – Key-value store for cluster state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Scheduler – Assigns pods to nodes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Controller Manager – Maintains desired state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Cloud Controller Manager – Azure integration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Worker Nodes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kubelet – Agent that runs pods on each node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kube-proxy – Network rules on each node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Container Runtime – Runs the actual containers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CoreDNS – Internal DNS resolution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Connecting to the Cluster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Connect to 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Login to Azure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login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Get cluster credentials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aks get-credentials --resource-group &lt;rg&gt; --name &lt;cluster&gt;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Verify connection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cluster-info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Essential kubectl Commands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Viewing Resources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Nodes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nodes -o wide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Pods (all namespaces)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-A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Everything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all -n &lt;namespace&gt;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Diagnosing Resources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Describe shows EVENTS - key for troubleshooting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pod &lt;name&gt;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node &lt;name&gt;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&lt;pod-name&gt;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&lt;pod-name&gt; --previous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Execute inside a pod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exec -it &lt;pod&gt; -- /bin/sh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Namespaces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default – Resources go here if no namespace specified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kube-system – System components (CoreDNS, kube-proxy, etc.)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kube-public – Publicly accessible resources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kube-node-lease – Node heartbeat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Labels &amp; Selectors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Labels are key=value pairs attached to resources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They connect Services to Pods, Deployments to Pods, etc.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pods --show-labels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pods -l app=nginx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nodes --show-labels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Essential Commands Summary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View nodes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nodes -o wide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Pods in all NS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 -A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Diagnose pod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describe pod &lt;name&gt;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View logs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Shell into pod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exec -it &lt;pod&gt; -- /bin/sh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Recent events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events --sort-by='.lastTimestamp'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Application Down + Scavenger Hunt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It's Monday morning and the DevOps team receives an urgent alert: the company's web application is completely down — zero users can access it. As the on-call engineer, you must diagnose and restore service immediately. Once the fire is out, your team lead challenges you to a scavenger hunt to prove you truly know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https://raw.githubusercontent.com/FYHerrera/AKSTraining/main/curso/lecciones/01-fundamentos-kubectl/lab-01.sh -o lab-01.sh ; chmod +x lab-01.sh ; ./lab-01.sh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