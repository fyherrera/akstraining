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Integración Azure: NSG, Load Balancer y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Cómo AKS interactúa con la infraestructura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Arquitectura Azure de 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El resource group MC_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Contenido del MC_ Resource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VMSS (Virtual Machine Scale Sets) – los nodos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VNet + Subnets – red del cluster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NSG (Network Security Group) – reglas de firewall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Load Balancer – para Services tipo LoadBalancer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Public IPs – direcciones externas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Route Table – enrutamiento de 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Encontrar el MC_ Resource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Obtener el nombre del resource group managed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aks show -g &lt;rg&gt; -n &lt;cluster&gt; \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--query nodeResourceGroup -o tsv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Listar todos los recursos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resource list -g MC_&lt;rg&gt;_&lt;cluster&gt;_&lt;region&gt; -o 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Network Security Groups (NSG)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Firewalls a nivel de Azure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Reglas de Prioridad NSG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Las reglas se evalúan por prioridad (número más bajo = más prioritario)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Un Deny en prioridad 100 supera un Allow en prioridad 200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AKS crea reglas automáticamente para Services LB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Reglas personalizadas pueden bloquear tráfico de AKS accidentalmente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Comandos NSG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Listar NSGs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nsg list -g &lt;mc-rg&gt; -o table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Listar reglas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nsg rule list --nsg-name &lt;nsg&gt; -g &lt;mc-rg&gt; -o table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Buscar reglas deny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nsg rule list --nsg-name &lt;nsg&gt; -g &lt;mc-rg&gt; \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--query "[?access=='Deny']" -o table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Eliminar una regla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nsg rule delete --nsg-name &lt;nsg&gt; -g &lt;mc-rg&gt; -n &lt;regla&gt;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Problemas Comunes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Síntoma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LB Service timeout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Regla NSG deny bloqueando puerto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Service sin External-IP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Cuota de IPs públicas agotada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Fallas intermitentes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Health probe del LB fallando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 puede bajar imágenes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NSG bloqueando outbound 443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Flujo de Diagnóstico Completo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MC_RG=$(az aks show -g &lt;rg&gt; -n &lt;c&gt; --query nodeResourceGroup -o tsv)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Reglas NSG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nsg list -g $MC_RG -o table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nsg rule list --nsg-name &lt;nsg&gt; -g $MC_RG -o table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Load Balancer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lb list -g $MC_RG -o table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IPs públicas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network public-ip list -g $MC_RG -o 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NSG Bloqueando Tráfico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El Service LoadBalancer de la aplicación web tiene IP externa y los pods están saludables, pero los clientes reportan que el sitio da timeout. Todo parece correcto dentro de Kubernetes. El problema está fuera del cluster — una regla NSG en Azure está silenciosamente descartando todo el tráfico HTTP. Encuéntrala.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https://raw.githubusercontent.com/FYHerrera/AKSTraining/main/curso/lecciones/09-azure-networking/lab-09.sh -o lab-09.sh ; chmod +x lab-09.sh ; ./lab-09.sh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